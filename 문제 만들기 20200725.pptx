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05" y="-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13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690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51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4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7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462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35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06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23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52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3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56DE5-DFEE-439D-8733-26046899C6E1}" type="datetimeFigureOut">
              <a:rPr lang="ko-KR" altLang="en-US" smtClean="0"/>
              <a:t>2020-07-25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A77AE-5BC6-4D24-83B9-CD3345E717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42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32129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동인고등학교</a:t>
            </a:r>
            <a:r>
              <a:rPr lang="en-US" altLang="ko-KR" dirty="0" smtClean="0"/>
              <a:t>(</a:t>
            </a:r>
            <a:r>
              <a:rPr lang="ko-KR" altLang="en-US" dirty="0" smtClean="0"/>
              <a:t>소속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20518(</a:t>
            </a:r>
            <a:r>
              <a:rPr lang="ko-KR" altLang="en-US" dirty="0" smtClean="0"/>
              <a:t>학번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smtClean="0"/>
              <a:t>성은우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-661788"/>
            <a:ext cx="304800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59632" y="1772816"/>
            <a:ext cx="663066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500" dirty="0" smtClean="0"/>
              <a:t>학교 간 플러스 교육과정</a:t>
            </a:r>
            <a:endParaRPr lang="en-US" altLang="ko-KR" sz="4500" dirty="0" smtClean="0"/>
          </a:p>
          <a:p>
            <a:pPr algn="r"/>
            <a:r>
              <a:rPr lang="en-US" altLang="ko-KR" dirty="0" smtClean="0"/>
              <a:t>(</a:t>
            </a:r>
            <a:r>
              <a:rPr lang="ko-KR" altLang="en-US" dirty="0" smtClean="0"/>
              <a:t>피보나치 수열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062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문제 정의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정수 값을 입력 받아 </a:t>
            </a:r>
            <a:r>
              <a:rPr lang="ko-KR" altLang="en-US" dirty="0" smtClean="0"/>
              <a:t>해당 숫자까지의 모든 피보나치 수를 구해보자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80634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500" dirty="0" smtClean="0"/>
              <a:t>- N</a:t>
            </a:r>
            <a:r>
              <a:rPr lang="ko-KR" altLang="en-US" sz="2500" dirty="0" smtClean="0"/>
              <a:t>에 숫자를 입력하면 그 </a:t>
            </a:r>
            <a:r>
              <a:rPr lang="en-US" altLang="ko-KR" sz="2500" dirty="0" smtClean="0"/>
              <a:t>N</a:t>
            </a:r>
            <a:r>
              <a:rPr lang="ko-KR" altLang="en-US" sz="2500" dirty="0" smtClean="0"/>
              <a:t>번째까지의 피보나치 수열이 값으로 나와야 한다</a:t>
            </a:r>
            <a:r>
              <a:rPr lang="en-US" altLang="ko-KR" sz="2500" dirty="0" smtClean="0"/>
              <a:t>.</a:t>
            </a:r>
          </a:p>
          <a:p>
            <a:pPr marL="0" indent="0">
              <a:buNone/>
            </a:pPr>
            <a:r>
              <a:rPr lang="en-US" altLang="ko-KR" sz="2500" dirty="0" smtClean="0"/>
              <a:t>(</a:t>
            </a:r>
            <a:r>
              <a:rPr lang="ko-KR" altLang="en-US" sz="2500" dirty="0" smtClean="0"/>
              <a:t>만약 </a:t>
            </a:r>
            <a:r>
              <a:rPr lang="en-US" altLang="ko-KR" sz="2500" dirty="0" smtClean="0"/>
              <a:t>N</a:t>
            </a:r>
            <a:r>
              <a:rPr lang="ko-KR" altLang="en-US" sz="2500" dirty="0" smtClean="0"/>
              <a:t>이 </a:t>
            </a:r>
            <a:r>
              <a:rPr lang="en-US" altLang="ko-KR" sz="2500" dirty="0" smtClean="0"/>
              <a:t>3</a:t>
            </a:r>
            <a:r>
              <a:rPr lang="ko-KR" altLang="en-US" sz="2500" dirty="0" smtClean="0"/>
              <a:t>이라면 </a:t>
            </a:r>
            <a:r>
              <a:rPr lang="en-US" altLang="ko-KR" sz="2500" dirty="0" smtClean="0"/>
              <a:t>0 1 1</a:t>
            </a:r>
            <a:r>
              <a:rPr lang="ko-KR" altLang="en-US" sz="2500" dirty="0" smtClean="0"/>
              <a:t>로</a:t>
            </a:r>
            <a:r>
              <a:rPr lang="en-US" altLang="ko-KR" sz="2500" dirty="0" smtClean="0"/>
              <a:t>..)</a:t>
            </a:r>
          </a:p>
          <a:p>
            <a:pPr marL="0" indent="0">
              <a:buNone/>
            </a:pPr>
            <a:endParaRPr lang="en-US" altLang="ko-KR" sz="2500" dirty="0" smtClean="0"/>
          </a:p>
          <a:p>
            <a:pPr marL="0" indent="0">
              <a:buNone/>
            </a:pPr>
            <a:r>
              <a:rPr lang="en-US" altLang="ko-KR" sz="2500" dirty="0" smtClean="0"/>
              <a:t>- </a:t>
            </a:r>
            <a:r>
              <a:rPr lang="ko-KR" altLang="en-US" sz="2500" dirty="0" smtClean="0"/>
              <a:t>문제를 약간 변형해서 </a:t>
            </a:r>
            <a:r>
              <a:rPr lang="en-US" altLang="ko-KR" sz="2500" dirty="0" smtClean="0"/>
              <a:t>N+1</a:t>
            </a:r>
            <a:r>
              <a:rPr lang="ko-KR" altLang="en-US" sz="2500" dirty="0" smtClean="0"/>
              <a:t>번째 숫자를 </a:t>
            </a:r>
            <a:r>
              <a:rPr lang="en-US" altLang="ko-KR" sz="2500" dirty="0" smtClean="0"/>
              <a:t>N</a:t>
            </a:r>
            <a:r>
              <a:rPr lang="ko-KR" altLang="en-US" sz="2500" dirty="0" smtClean="0"/>
              <a:t>번째 숫자로 나눈 값을 그 밑에 표시하게 하고 특징을 살펴본다</a:t>
            </a:r>
            <a:r>
              <a:rPr lang="en-US" altLang="ko-KR" sz="2500" dirty="0" smtClean="0"/>
              <a:t>.</a:t>
            </a:r>
            <a:endParaRPr lang="en-US" altLang="ko-KR" sz="2500" dirty="0" smtClean="0"/>
          </a:p>
        </p:txBody>
      </p:sp>
    </p:spTree>
    <p:extLst>
      <p:ext uri="{BB962C8B-B14F-4D97-AF65-F5344CB8AC3E}">
        <p14:creationId xmlns:p14="http://schemas.microsoft.com/office/powerpoint/2010/main" val="5343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프로그램 변환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459549"/>
            <a:ext cx="3858146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4051094" y="3429000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068027" y="390844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변환</a:t>
            </a:r>
            <a:endParaRPr lang="ko-KR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904" y="1412776"/>
            <a:ext cx="4228458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알고리즘 설명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392" y="1700808"/>
            <a:ext cx="7569200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6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</a:t>
            </a:r>
            <a:r>
              <a:rPr lang="ko-KR" altLang="en-US" dirty="0"/>
              <a:t>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48064" y="1600200"/>
            <a:ext cx="353873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 smtClean="0"/>
              <a:t> </a:t>
            </a:r>
            <a:r>
              <a:rPr lang="ko-KR" altLang="en-US" sz="2400" dirty="0" smtClean="0"/>
              <a:t>이웃한 피보나치 수열 숫자들의 나눗셈은 피보나치 숫자들이 커질수록 더욱 </a:t>
            </a:r>
            <a:r>
              <a:rPr lang="en-US" altLang="ko-KR" sz="2400" dirty="0" smtClean="0"/>
              <a:t>0.618</a:t>
            </a:r>
            <a:r>
              <a:rPr lang="ko-KR" altLang="en-US" sz="2400" dirty="0" smtClean="0"/>
              <a:t>에 가까워지는 것을 소수점을 통해 볼 수 있다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86384"/>
            <a:ext cx="479425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775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느낀 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 프로그램을 배우고 그것을 한 번 외우고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응용해서 좀 더 많은 기능을 하도록 만드는 수업과정을 통해서 컴퓨터를 다루는 것에 대한 흥미를 느끼게 된 것 같다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0809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126</Words>
  <Application>Microsoft Office PowerPoint</Application>
  <PresentationFormat>화면 슬라이드 쇼(4:3)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동인고등학교(소속) 20518(학번) 성은우</vt:lpstr>
      <vt:lpstr>문제 정의</vt:lpstr>
      <vt:lpstr>문제 분석</vt:lpstr>
      <vt:lpstr>프로그램 변환</vt:lpstr>
      <vt:lpstr>알고리즘 설명</vt:lpstr>
      <vt:lpstr>결과</vt:lpstr>
      <vt:lpstr>느낀 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동인고등학교(소속) 20518(학번) 성은우</dc:title>
  <dc:creator>Windows 사용자</dc:creator>
  <cp:lastModifiedBy>Windows 사용자</cp:lastModifiedBy>
  <cp:revision>6</cp:revision>
  <dcterms:created xsi:type="dcterms:W3CDTF">2020-07-18T03:15:38Z</dcterms:created>
  <dcterms:modified xsi:type="dcterms:W3CDTF">2020-07-25T02:35:21Z</dcterms:modified>
</cp:coreProperties>
</file>